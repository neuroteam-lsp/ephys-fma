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latin typeface="Arial"/>
              </a:rPr>
              <a:t>Click to edit the title text format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Click to edit the outline text format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Outline Level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Third Outline Level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Fourth Outline Level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Fifth Outline Level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Sixth Outline Level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Seventh Outline Level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1"/>
          <p:cNvGrpSpPr/>
          <p:nvPr/>
        </p:nvGrpSpPr>
        <p:grpSpPr>
          <a:xfrm>
            <a:off x="1294200" y="1197000"/>
            <a:ext cx="9602640" cy="4462200"/>
            <a:chOff x="1294200" y="1197000"/>
            <a:chExt cx="9602640" cy="4462200"/>
          </a:xfrm>
        </p:grpSpPr>
        <p:sp>
          <p:nvSpPr>
            <p:cNvPr id="39" name="CustomShape 2"/>
            <p:cNvSpPr/>
            <p:nvPr/>
          </p:nvSpPr>
          <p:spPr>
            <a:xfrm>
              <a:off x="1294200" y="1197000"/>
              <a:ext cx="9602640" cy="4462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</p:sp>
        <p:sp>
          <p:nvSpPr>
            <p:cNvPr id="40" name="CustomShape 3"/>
            <p:cNvSpPr/>
            <p:nvPr/>
          </p:nvSpPr>
          <p:spPr>
            <a:xfrm>
              <a:off x="1580040" y="46940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25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41" name="CustomShape 4"/>
            <p:cNvSpPr/>
            <p:nvPr/>
          </p:nvSpPr>
          <p:spPr>
            <a:xfrm>
              <a:off x="2575440" y="46940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26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42" name="CustomShape 5"/>
            <p:cNvSpPr/>
            <p:nvPr/>
          </p:nvSpPr>
          <p:spPr>
            <a:xfrm>
              <a:off x="3571200" y="46940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27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43" name="CustomShape 6"/>
            <p:cNvSpPr/>
            <p:nvPr/>
          </p:nvSpPr>
          <p:spPr>
            <a:xfrm>
              <a:off x="4566960" y="4694040"/>
              <a:ext cx="691200" cy="6832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28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44" name="CustomShape 7"/>
            <p:cNvSpPr/>
            <p:nvPr/>
          </p:nvSpPr>
          <p:spPr>
            <a:xfrm>
              <a:off x="5562720" y="46940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29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45" name="CustomShape 8"/>
            <p:cNvSpPr/>
            <p:nvPr/>
          </p:nvSpPr>
          <p:spPr>
            <a:xfrm>
              <a:off x="6558120" y="46940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30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46" name="CustomShape 9"/>
            <p:cNvSpPr/>
            <p:nvPr/>
          </p:nvSpPr>
          <p:spPr>
            <a:xfrm>
              <a:off x="7553880" y="4694040"/>
              <a:ext cx="691200" cy="6832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31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47" name="CustomShape 10"/>
            <p:cNvSpPr/>
            <p:nvPr/>
          </p:nvSpPr>
          <p:spPr>
            <a:xfrm>
              <a:off x="8549640" y="4694040"/>
              <a:ext cx="691200" cy="6832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32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48" name="CustomShape 11"/>
            <p:cNvSpPr/>
            <p:nvPr/>
          </p:nvSpPr>
          <p:spPr>
            <a:xfrm>
              <a:off x="3093120" y="3681720"/>
              <a:ext cx="691200" cy="6832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17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49" name="CustomShape 12"/>
            <p:cNvSpPr/>
            <p:nvPr/>
          </p:nvSpPr>
          <p:spPr>
            <a:xfrm>
              <a:off x="4088880" y="368172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18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50" name="CustomShape 13"/>
            <p:cNvSpPr/>
            <p:nvPr/>
          </p:nvSpPr>
          <p:spPr>
            <a:xfrm>
              <a:off x="5084280" y="368172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19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51" name="CustomShape 14"/>
            <p:cNvSpPr/>
            <p:nvPr/>
          </p:nvSpPr>
          <p:spPr>
            <a:xfrm>
              <a:off x="6080040" y="3681720"/>
              <a:ext cx="691200" cy="6832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20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52" name="CustomShape 15"/>
            <p:cNvSpPr/>
            <p:nvPr/>
          </p:nvSpPr>
          <p:spPr>
            <a:xfrm>
              <a:off x="7075800" y="3681720"/>
              <a:ext cx="691200" cy="6832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21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53" name="CustomShape 16"/>
            <p:cNvSpPr/>
            <p:nvPr/>
          </p:nvSpPr>
          <p:spPr>
            <a:xfrm>
              <a:off x="8071560" y="368172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22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54" name="CustomShape 17"/>
            <p:cNvSpPr/>
            <p:nvPr/>
          </p:nvSpPr>
          <p:spPr>
            <a:xfrm>
              <a:off x="9067320" y="368172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23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55" name="CustomShape 18"/>
            <p:cNvSpPr/>
            <p:nvPr/>
          </p:nvSpPr>
          <p:spPr>
            <a:xfrm>
              <a:off x="10062720" y="368172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24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56" name="CustomShape 19"/>
            <p:cNvSpPr/>
            <p:nvPr/>
          </p:nvSpPr>
          <p:spPr>
            <a:xfrm>
              <a:off x="1532160" y="260460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9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57" name="CustomShape 20"/>
            <p:cNvSpPr/>
            <p:nvPr/>
          </p:nvSpPr>
          <p:spPr>
            <a:xfrm>
              <a:off x="2527920" y="2604600"/>
              <a:ext cx="691200" cy="6832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10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58" name="CustomShape 21"/>
            <p:cNvSpPr/>
            <p:nvPr/>
          </p:nvSpPr>
          <p:spPr>
            <a:xfrm>
              <a:off x="3523680" y="260460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11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59" name="CustomShape 22"/>
            <p:cNvSpPr/>
            <p:nvPr/>
          </p:nvSpPr>
          <p:spPr>
            <a:xfrm>
              <a:off x="4519440" y="260460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12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60" name="CustomShape 23"/>
            <p:cNvSpPr/>
            <p:nvPr/>
          </p:nvSpPr>
          <p:spPr>
            <a:xfrm>
              <a:off x="5514840" y="260460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13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61" name="CustomShape 24"/>
            <p:cNvSpPr/>
            <p:nvPr/>
          </p:nvSpPr>
          <p:spPr>
            <a:xfrm>
              <a:off x="6510600" y="260460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14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62" name="CustomShape 25"/>
            <p:cNvSpPr/>
            <p:nvPr/>
          </p:nvSpPr>
          <p:spPr>
            <a:xfrm>
              <a:off x="7506360" y="260460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15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63" name="CustomShape 26"/>
            <p:cNvSpPr/>
            <p:nvPr/>
          </p:nvSpPr>
          <p:spPr>
            <a:xfrm>
              <a:off x="8502120" y="260460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16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64" name="CustomShape 27"/>
            <p:cNvSpPr/>
            <p:nvPr/>
          </p:nvSpPr>
          <p:spPr>
            <a:xfrm>
              <a:off x="3029760" y="15278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65" name="CustomShape 28"/>
            <p:cNvSpPr/>
            <p:nvPr/>
          </p:nvSpPr>
          <p:spPr>
            <a:xfrm>
              <a:off x="4025160" y="15278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66" name="CustomShape 29"/>
            <p:cNvSpPr/>
            <p:nvPr/>
          </p:nvSpPr>
          <p:spPr>
            <a:xfrm>
              <a:off x="5020920" y="15278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3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67" name="CustomShape 30"/>
            <p:cNvSpPr/>
            <p:nvPr/>
          </p:nvSpPr>
          <p:spPr>
            <a:xfrm>
              <a:off x="6016680" y="1527840"/>
              <a:ext cx="691200" cy="6832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4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68" name="CustomShape 31"/>
            <p:cNvSpPr/>
            <p:nvPr/>
          </p:nvSpPr>
          <p:spPr>
            <a:xfrm>
              <a:off x="7012440" y="15278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5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69" name="CustomShape 32"/>
            <p:cNvSpPr/>
            <p:nvPr/>
          </p:nvSpPr>
          <p:spPr>
            <a:xfrm>
              <a:off x="8007840" y="15278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6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70" name="CustomShape 33"/>
            <p:cNvSpPr/>
            <p:nvPr/>
          </p:nvSpPr>
          <p:spPr>
            <a:xfrm>
              <a:off x="9003600" y="15278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7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71" name="CustomShape 34"/>
            <p:cNvSpPr/>
            <p:nvPr/>
          </p:nvSpPr>
          <p:spPr>
            <a:xfrm>
              <a:off x="9999360" y="1527840"/>
              <a:ext cx="691200" cy="6832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8</a:t>
              </a:r>
              <a:endParaRPr b="0" lang="fr-FR" sz="1800" spc="-1" strike="noStrike">
                <a:latin typeface="Arial"/>
              </a:endParaRPr>
            </a:p>
          </p:txBody>
        </p:sp>
      </p:grpSp>
      <p:sp>
        <p:nvSpPr>
          <p:cNvPr id="72" name="CustomShape 35"/>
          <p:cNvSpPr/>
          <p:nvPr/>
        </p:nvSpPr>
        <p:spPr>
          <a:xfrm>
            <a:off x="2034000" y="1527840"/>
            <a:ext cx="691200" cy="683280"/>
          </a:xfrm>
          <a:prstGeom prst="ellipse">
            <a:avLst/>
          </a:prstGeom>
          <a:ln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Times New Roman"/>
                <a:ea typeface="微软雅黑"/>
              </a:rPr>
              <a:t>REF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73" name="CustomShape 36"/>
          <p:cNvSpPr/>
          <p:nvPr/>
        </p:nvSpPr>
        <p:spPr>
          <a:xfrm>
            <a:off x="2097360" y="3681720"/>
            <a:ext cx="691200" cy="683280"/>
          </a:xfrm>
          <a:prstGeom prst="ellipse">
            <a:avLst/>
          </a:prstGeom>
          <a:ln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Times New Roman"/>
                <a:ea typeface="微软雅黑"/>
              </a:rPr>
              <a:t>GND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74" name="CustomShape 37"/>
          <p:cNvSpPr/>
          <p:nvPr/>
        </p:nvSpPr>
        <p:spPr>
          <a:xfrm>
            <a:off x="9497520" y="2604600"/>
            <a:ext cx="691200" cy="683280"/>
          </a:xfrm>
          <a:prstGeom prst="ellipse">
            <a:avLst/>
          </a:prstGeom>
          <a:ln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Times New Roman"/>
                <a:ea typeface="微软雅黑"/>
              </a:rPr>
              <a:t>GND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75" name="CustomShape 38"/>
          <p:cNvSpPr/>
          <p:nvPr/>
        </p:nvSpPr>
        <p:spPr>
          <a:xfrm>
            <a:off x="9545400" y="4694040"/>
            <a:ext cx="691200" cy="683280"/>
          </a:xfrm>
          <a:prstGeom prst="ellipse">
            <a:avLst/>
          </a:prstGeom>
          <a:ln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Times New Roman"/>
                <a:ea typeface="微软雅黑"/>
              </a:rPr>
              <a:t>REF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76" name="CustomShape 39"/>
          <p:cNvSpPr/>
          <p:nvPr/>
        </p:nvSpPr>
        <p:spPr>
          <a:xfrm>
            <a:off x="2520000" y="5688000"/>
            <a:ext cx="6623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BUNDLE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77" name="CustomShape 40"/>
          <p:cNvSpPr/>
          <p:nvPr/>
        </p:nvSpPr>
        <p:spPr>
          <a:xfrm>
            <a:off x="576000" y="-72000"/>
            <a:ext cx="10511280" cy="1196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Convention of electrode numbering</a:t>
            </a:r>
            <a:endParaRPr b="0" lang="fr-F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(in FMA_channel-mapping.csv)</a:t>
            </a:r>
            <a:endParaRPr b="0" lang="fr-F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1"/>
          <p:cNvGrpSpPr/>
          <p:nvPr/>
        </p:nvGrpSpPr>
        <p:grpSpPr>
          <a:xfrm>
            <a:off x="1294200" y="1197000"/>
            <a:ext cx="9602640" cy="4462200"/>
            <a:chOff x="1294200" y="1197000"/>
            <a:chExt cx="9602640" cy="4462200"/>
          </a:xfrm>
        </p:grpSpPr>
        <p:sp>
          <p:nvSpPr>
            <p:cNvPr id="79" name="CustomShape 2"/>
            <p:cNvSpPr/>
            <p:nvPr/>
          </p:nvSpPr>
          <p:spPr>
            <a:xfrm>
              <a:off x="1294200" y="1197000"/>
              <a:ext cx="9602640" cy="4462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</p:sp>
        <p:sp>
          <p:nvSpPr>
            <p:cNvPr id="80" name="CustomShape 3"/>
            <p:cNvSpPr/>
            <p:nvPr/>
          </p:nvSpPr>
          <p:spPr>
            <a:xfrm>
              <a:off x="1580040" y="46940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32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81" name="CustomShape 4"/>
            <p:cNvSpPr/>
            <p:nvPr/>
          </p:nvSpPr>
          <p:spPr>
            <a:xfrm>
              <a:off x="2575440" y="46940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31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82" name="CustomShape 5"/>
            <p:cNvSpPr/>
            <p:nvPr/>
          </p:nvSpPr>
          <p:spPr>
            <a:xfrm>
              <a:off x="3571200" y="46940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30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83" name="CustomShape 6"/>
            <p:cNvSpPr/>
            <p:nvPr/>
          </p:nvSpPr>
          <p:spPr>
            <a:xfrm>
              <a:off x="4566960" y="4694040"/>
              <a:ext cx="691200" cy="6832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29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84" name="CustomShape 7"/>
            <p:cNvSpPr/>
            <p:nvPr/>
          </p:nvSpPr>
          <p:spPr>
            <a:xfrm>
              <a:off x="5562720" y="46940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28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85" name="CustomShape 8"/>
            <p:cNvSpPr/>
            <p:nvPr/>
          </p:nvSpPr>
          <p:spPr>
            <a:xfrm>
              <a:off x="6558120" y="46940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27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86" name="CustomShape 9"/>
            <p:cNvSpPr/>
            <p:nvPr/>
          </p:nvSpPr>
          <p:spPr>
            <a:xfrm>
              <a:off x="7553880" y="4694040"/>
              <a:ext cx="691200" cy="6832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26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87" name="CustomShape 10"/>
            <p:cNvSpPr/>
            <p:nvPr/>
          </p:nvSpPr>
          <p:spPr>
            <a:xfrm>
              <a:off x="8549640" y="4694040"/>
              <a:ext cx="691200" cy="6832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25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88" name="CustomShape 11"/>
            <p:cNvSpPr/>
            <p:nvPr/>
          </p:nvSpPr>
          <p:spPr>
            <a:xfrm>
              <a:off x="3093120" y="3681720"/>
              <a:ext cx="691200" cy="6832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8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89" name="CustomShape 12"/>
            <p:cNvSpPr/>
            <p:nvPr/>
          </p:nvSpPr>
          <p:spPr>
            <a:xfrm>
              <a:off x="4088880" y="368172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7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90" name="CustomShape 13"/>
            <p:cNvSpPr/>
            <p:nvPr/>
          </p:nvSpPr>
          <p:spPr>
            <a:xfrm>
              <a:off x="5084280" y="368172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6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91" name="CustomShape 14"/>
            <p:cNvSpPr/>
            <p:nvPr/>
          </p:nvSpPr>
          <p:spPr>
            <a:xfrm>
              <a:off x="6080040" y="3681720"/>
              <a:ext cx="691200" cy="6832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5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92" name="CustomShape 15"/>
            <p:cNvSpPr/>
            <p:nvPr/>
          </p:nvSpPr>
          <p:spPr>
            <a:xfrm>
              <a:off x="7075800" y="3681720"/>
              <a:ext cx="691200" cy="6832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4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93" name="CustomShape 16"/>
            <p:cNvSpPr/>
            <p:nvPr/>
          </p:nvSpPr>
          <p:spPr>
            <a:xfrm>
              <a:off x="8071560" y="368172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3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94" name="CustomShape 17"/>
            <p:cNvSpPr/>
            <p:nvPr/>
          </p:nvSpPr>
          <p:spPr>
            <a:xfrm>
              <a:off x="9067320" y="368172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95" name="CustomShape 18"/>
            <p:cNvSpPr/>
            <p:nvPr/>
          </p:nvSpPr>
          <p:spPr>
            <a:xfrm>
              <a:off x="10062720" y="368172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96" name="CustomShape 19"/>
            <p:cNvSpPr/>
            <p:nvPr/>
          </p:nvSpPr>
          <p:spPr>
            <a:xfrm>
              <a:off x="1532160" y="260460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17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97" name="CustomShape 20"/>
            <p:cNvSpPr/>
            <p:nvPr/>
          </p:nvSpPr>
          <p:spPr>
            <a:xfrm>
              <a:off x="2527920" y="2604600"/>
              <a:ext cx="691200" cy="6832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18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98" name="CustomShape 21"/>
            <p:cNvSpPr/>
            <p:nvPr/>
          </p:nvSpPr>
          <p:spPr>
            <a:xfrm>
              <a:off x="3523680" y="260460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19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99" name="CustomShape 22"/>
            <p:cNvSpPr/>
            <p:nvPr/>
          </p:nvSpPr>
          <p:spPr>
            <a:xfrm>
              <a:off x="4519440" y="260460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20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00" name="CustomShape 23"/>
            <p:cNvSpPr/>
            <p:nvPr/>
          </p:nvSpPr>
          <p:spPr>
            <a:xfrm>
              <a:off x="5514840" y="260460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21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01" name="CustomShape 24"/>
            <p:cNvSpPr/>
            <p:nvPr/>
          </p:nvSpPr>
          <p:spPr>
            <a:xfrm>
              <a:off x="6510600" y="260460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22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02" name="CustomShape 25"/>
            <p:cNvSpPr/>
            <p:nvPr/>
          </p:nvSpPr>
          <p:spPr>
            <a:xfrm>
              <a:off x="7506360" y="260460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23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03" name="CustomShape 26"/>
            <p:cNvSpPr/>
            <p:nvPr/>
          </p:nvSpPr>
          <p:spPr>
            <a:xfrm>
              <a:off x="8502120" y="260460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24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04" name="CustomShape 27"/>
            <p:cNvSpPr/>
            <p:nvPr/>
          </p:nvSpPr>
          <p:spPr>
            <a:xfrm>
              <a:off x="3029760" y="15278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9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05" name="CustomShape 28"/>
            <p:cNvSpPr/>
            <p:nvPr/>
          </p:nvSpPr>
          <p:spPr>
            <a:xfrm>
              <a:off x="4025160" y="15278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10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06" name="CustomShape 29"/>
            <p:cNvSpPr/>
            <p:nvPr/>
          </p:nvSpPr>
          <p:spPr>
            <a:xfrm>
              <a:off x="5020920" y="15278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11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07" name="CustomShape 30"/>
            <p:cNvSpPr/>
            <p:nvPr/>
          </p:nvSpPr>
          <p:spPr>
            <a:xfrm>
              <a:off x="6016680" y="1527840"/>
              <a:ext cx="691200" cy="6832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12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08" name="CustomShape 31"/>
            <p:cNvSpPr/>
            <p:nvPr/>
          </p:nvSpPr>
          <p:spPr>
            <a:xfrm>
              <a:off x="7012440" y="15278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13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09" name="CustomShape 32"/>
            <p:cNvSpPr/>
            <p:nvPr/>
          </p:nvSpPr>
          <p:spPr>
            <a:xfrm>
              <a:off x="8007840" y="15278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14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10" name="CustomShape 33"/>
            <p:cNvSpPr/>
            <p:nvPr/>
          </p:nvSpPr>
          <p:spPr>
            <a:xfrm>
              <a:off x="9003600" y="1527840"/>
              <a:ext cx="691200" cy="6832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15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11" name="CustomShape 34"/>
            <p:cNvSpPr/>
            <p:nvPr/>
          </p:nvSpPr>
          <p:spPr>
            <a:xfrm>
              <a:off x="9999360" y="1527840"/>
              <a:ext cx="691200" cy="6832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16</a:t>
              </a:r>
              <a:endParaRPr b="0" lang="fr-FR" sz="1800" spc="-1" strike="noStrike">
                <a:latin typeface="Arial"/>
              </a:endParaRPr>
            </a:p>
          </p:txBody>
        </p:sp>
      </p:grpSp>
      <p:sp>
        <p:nvSpPr>
          <p:cNvPr id="112" name="CustomShape 35"/>
          <p:cNvSpPr/>
          <p:nvPr/>
        </p:nvSpPr>
        <p:spPr>
          <a:xfrm>
            <a:off x="2034000" y="1527840"/>
            <a:ext cx="691200" cy="683280"/>
          </a:xfrm>
          <a:prstGeom prst="ellipse">
            <a:avLst/>
          </a:prstGeom>
          <a:ln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Times New Roman"/>
                <a:ea typeface="微软雅黑"/>
              </a:rPr>
              <a:t>REF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13" name="CustomShape 36"/>
          <p:cNvSpPr/>
          <p:nvPr/>
        </p:nvSpPr>
        <p:spPr>
          <a:xfrm>
            <a:off x="2097360" y="3681720"/>
            <a:ext cx="691200" cy="683280"/>
          </a:xfrm>
          <a:prstGeom prst="ellipse">
            <a:avLst/>
          </a:prstGeom>
          <a:ln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Times New Roman"/>
                <a:ea typeface="微软雅黑"/>
              </a:rPr>
              <a:t>GND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14" name="CustomShape 37"/>
          <p:cNvSpPr/>
          <p:nvPr/>
        </p:nvSpPr>
        <p:spPr>
          <a:xfrm>
            <a:off x="9497520" y="2604600"/>
            <a:ext cx="691200" cy="683280"/>
          </a:xfrm>
          <a:prstGeom prst="ellipse">
            <a:avLst/>
          </a:prstGeom>
          <a:ln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Times New Roman"/>
                <a:ea typeface="微软雅黑"/>
              </a:rPr>
              <a:t>GND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15" name="CustomShape 38"/>
          <p:cNvSpPr/>
          <p:nvPr/>
        </p:nvSpPr>
        <p:spPr>
          <a:xfrm>
            <a:off x="9545400" y="4694040"/>
            <a:ext cx="691200" cy="683280"/>
          </a:xfrm>
          <a:prstGeom prst="ellipse">
            <a:avLst/>
          </a:prstGeom>
          <a:ln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Times New Roman"/>
                <a:ea typeface="微软雅黑"/>
              </a:rPr>
              <a:t>REF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16" name="CustomShape 39"/>
          <p:cNvSpPr/>
          <p:nvPr/>
        </p:nvSpPr>
        <p:spPr>
          <a:xfrm>
            <a:off x="2520000" y="5688000"/>
            <a:ext cx="6623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BUNDLE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17" name="CustomShape 40"/>
          <p:cNvSpPr/>
          <p:nvPr/>
        </p:nvSpPr>
        <p:spPr>
          <a:xfrm>
            <a:off x="576000" y="-72000"/>
            <a:ext cx="10511280" cy="1196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Headstage channels (as seen on OpenEphys)</a:t>
            </a:r>
            <a:endParaRPr b="0" lang="fr-F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displayed on the FMA</a:t>
            </a:r>
            <a:endParaRPr b="0" lang="fr-F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(seen from the side opposite to the electrodes)</a:t>
            </a:r>
            <a:endParaRPr b="0" lang="fr-FR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图片 3" descr="FMA chip with brain2"/>
          <p:cNvPicPr/>
          <p:nvPr/>
        </p:nvPicPr>
        <p:blipFill>
          <a:blip r:embed="rId1"/>
          <a:srcRect l="21185" t="43981" r="40284" b="34630"/>
          <a:stretch/>
        </p:blipFill>
        <p:spPr>
          <a:xfrm>
            <a:off x="-439560" y="-32040"/>
            <a:ext cx="9259200" cy="6852960"/>
          </a:xfrm>
          <a:prstGeom prst="rect">
            <a:avLst/>
          </a:prstGeom>
          <a:ln>
            <a:noFill/>
          </a:ln>
        </p:spPr>
      </p:pic>
      <p:grpSp>
        <p:nvGrpSpPr>
          <p:cNvPr id="119" name="Group 1"/>
          <p:cNvGrpSpPr/>
          <p:nvPr/>
        </p:nvGrpSpPr>
        <p:grpSpPr>
          <a:xfrm>
            <a:off x="2737800" y="-459000"/>
            <a:ext cx="9790560" cy="9133920"/>
            <a:chOff x="2737800" y="-459000"/>
            <a:chExt cx="9790560" cy="9133920"/>
          </a:xfrm>
        </p:grpSpPr>
        <p:sp>
          <p:nvSpPr>
            <p:cNvPr id="120" name="CustomShape 2"/>
            <p:cNvSpPr/>
            <p:nvPr/>
          </p:nvSpPr>
          <p:spPr>
            <a:xfrm rot="8425200">
              <a:off x="3043440" y="1976400"/>
              <a:ext cx="9178920" cy="42627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</p:sp>
        <p:sp>
          <p:nvSpPr>
            <p:cNvPr id="121" name="CustomShape 3"/>
            <p:cNvSpPr/>
            <p:nvPr/>
          </p:nvSpPr>
          <p:spPr>
            <a:xfrm rot="8425200">
              <a:off x="9393840" y="57240"/>
              <a:ext cx="661680" cy="65304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32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22" name="CustomShape 4"/>
            <p:cNvSpPr/>
            <p:nvPr/>
          </p:nvSpPr>
          <p:spPr>
            <a:xfrm rot="8425200">
              <a:off x="8661240" y="663480"/>
              <a:ext cx="660960" cy="65304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31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23" name="CustomShape 5"/>
            <p:cNvSpPr/>
            <p:nvPr/>
          </p:nvSpPr>
          <p:spPr>
            <a:xfrm rot="8425200">
              <a:off x="7927560" y="1271880"/>
              <a:ext cx="660600" cy="65196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30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24" name="CustomShape 6"/>
            <p:cNvSpPr/>
            <p:nvPr/>
          </p:nvSpPr>
          <p:spPr>
            <a:xfrm rot="8425200">
              <a:off x="7194240" y="1876320"/>
              <a:ext cx="660600" cy="65376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29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25" name="CustomShape 7"/>
            <p:cNvSpPr/>
            <p:nvPr/>
          </p:nvSpPr>
          <p:spPr>
            <a:xfrm rot="8425200">
              <a:off x="6460920" y="2483640"/>
              <a:ext cx="660960" cy="6526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28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26" name="CustomShape 8"/>
            <p:cNvSpPr/>
            <p:nvPr/>
          </p:nvSpPr>
          <p:spPr>
            <a:xfrm rot="8425200">
              <a:off x="5727600" y="3089520"/>
              <a:ext cx="660600" cy="65232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27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27" name="CustomShape 9"/>
            <p:cNvSpPr/>
            <p:nvPr/>
          </p:nvSpPr>
          <p:spPr>
            <a:xfrm rot="8425200">
              <a:off x="4994280" y="3695760"/>
              <a:ext cx="660600" cy="65304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26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28" name="CustomShape 10"/>
            <p:cNvSpPr/>
            <p:nvPr/>
          </p:nvSpPr>
          <p:spPr>
            <a:xfrm rot="8425200">
              <a:off x="4261320" y="4302720"/>
              <a:ext cx="660240" cy="65304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25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29" name="CustomShape 11"/>
            <p:cNvSpPr/>
            <p:nvPr/>
          </p:nvSpPr>
          <p:spPr>
            <a:xfrm rot="8425200">
              <a:off x="8896680" y="1724760"/>
              <a:ext cx="660240" cy="65304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8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30" name="CustomShape 12"/>
            <p:cNvSpPr/>
            <p:nvPr/>
          </p:nvSpPr>
          <p:spPr>
            <a:xfrm rot="8425200">
              <a:off x="8162640" y="2329560"/>
              <a:ext cx="660240" cy="65484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7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31" name="CustomShape 13"/>
            <p:cNvSpPr/>
            <p:nvPr/>
          </p:nvSpPr>
          <p:spPr>
            <a:xfrm rot="8425200">
              <a:off x="7429680" y="2937240"/>
              <a:ext cx="660600" cy="65376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6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32" name="CustomShape 14"/>
            <p:cNvSpPr/>
            <p:nvPr/>
          </p:nvSpPr>
          <p:spPr>
            <a:xfrm rot="8425200">
              <a:off x="6697440" y="3544200"/>
              <a:ext cx="659880" cy="6526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5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33" name="CustomShape 15"/>
            <p:cNvSpPr/>
            <p:nvPr/>
          </p:nvSpPr>
          <p:spPr>
            <a:xfrm rot="8425200">
              <a:off x="5963040" y="4150800"/>
              <a:ext cx="660600" cy="6526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4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34" name="CustomShape 16"/>
            <p:cNvSpPr/>
            <p:nvPr/>
          </p:nvSpPr>
          <p:spPr>
            <a:xfrm rot="8425200">
              <a:off x="5230080" y="4755960"/>
              <a:ext cx="659880" cy="65376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3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35" name="CustomShape 17"/>
            <p:cNvSpPr/>
            <p:nvPr/>
          </p:nvSpPr>
          <p:spPr>
            <a:xfrm rot="8425200">
              <a:off x="4496400" y="5365080"/>
              <a:ext cx="660600" cy="65196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36" name="CustomShape 18"/>
            <p:cNvSpPr/>
            <p:nvPr/>
          </p:nvSpPr>
          <p:spPr>
            <a:xfrm rot="8425200">
              <a:off x="3763800" y="5969880"/>
              <a:ext cx="659160" cy="65340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37" name="CustomShape 19"/>
            <p:cNvSpPr/>
            <p:nvPr/>
          </p:nvSpPr>
          <p:spPr>
            <a:xfrm rot="8425200">
              <a:off x="10702080" y="1567800"/>
              <a:ext cx="660600" cy="6526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17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38" name="CustomShape 20"/>
            <p:cNvSpPr/>
            <p:nvPr/>
          </p:nvSpPr>
          <p:spPr>
            <a:xfrm rot="8425200">
              <a:off x="9968760" y="2172960"/>
              <a:ext cx="660600" cy="65376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18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39" name="CustomShape 21"/>
            <p:cNvSpPr/>
            <p:nvPr/>
          </p:nvSpPr>
          <p:spPr>
            <a:xfrm rot="8425200">
              <a:off x="9235440" y="2780280"/>
              <a:ext cx="661320" cy="65304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19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40" name="CustomShape 22"/>
            <p:cNvSpPr/>
            <p:nvPr/>
          </p:nvSpPr>
          <p:spPr>
            <a:xfrm rot="8425200">
              <a:off x="8502120" y="3386520"/>
              <a:ext cx="661320" cy="65304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20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41" name="CustomShape 23"/>
            <p:cNvSpPr/>
            <p:nvPr/>
          </p:nvSpPr>
          <p:spPr>
            <a:xfrm rot="8425200">
              <a:off x="7768440" y="3994200"/>
              <a:ext cx="661320" cy="65232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21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42" name="CustomShape 24"/>
            <p:cNvSpPr/>
            <p:nvPr/>
          </p:nvSpPr>
          <p:spPr>
            <a:xfrm rot="8425200">
              <a:off x="7035480" y="4600080"/>
              <a:ext cx="660600" cy="65304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22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43" name="CustomShape 25"/>
            <p:cNvSpPr/>
            <p:nvPr/>
          </p:nvSpPr>
          <p:spPr>
            <a:xfrm rot="8425200">
              <a:off x="6302880" y="5206320"/>
              <a:ext cx="659880" cy="65340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23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44" name="CustomShape 26"/>
            <p:cNvSpPr/>
            <p:nvPr/>
          </p:nvSpPr>
          <p:spPr>
            <a:xfrm rot="8425200">
              <a:off x="5568840" y="5812920"/>
              <a:ext cx="659880" cy="65304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24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45" name="CustomShape 27"/>
            <p:cNvSpPr/>
            <p:nvPr/>
          </p:nvSpPr>
          <p:spPr>
            <a:xfrm rot="8425200">
              <a:off x="10255680" y="3272760"/>
              <a:ext cx="659880" cy="65304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9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46" name="CustomShape 28"/>
            <p:cNvSpPr/>
            <p:nvPr/>
          </p:nvSpPr>
          <p:spPr>
            <a:xfrm rot="8425200">
              <a:off x="9521280" y="3879360"/>
              <a:ext cx="660600" cy="65268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10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47" name="CustomShape 29"/>
            <p:cNvSpPr/>
            <p:nvPr/>
          </p:nvSpPr>
          <p:spPr>
            <a:xfrm rot="8425200">
              <a:off x="8788680" y="4484880"/>
              <a:ext cx="660240" cy="65376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11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48" name="CustomShape 30"/>
            <p:cNvSpPr/>
            <p:nvPr/>
          </p:nvSpPr>
          <p:spPr>
            <a:xfrm rot="8425200">
              <a:off x="8054640" y="5091480"/>
              <a:ext cx="661320" cy="65340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12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49" name="CustomShape 31"/>
            <p:cNvSpPr/>
            <p:nvPr/>
          </p:nvSpPr>
          <p:spPr>
            <a:xfrm rot="8425200">
              <a:off x="7321680" y="5697720"/>
              <a:ext cx="659880" cy="65412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13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50" name="CustomShape 32"/>
            <p:cNvSpPr/>
            <p:nvPr/>
          </p:nvSpPr>
          <p:spPr>
            <a:xfrm rot="8425200">
              <a:off x="6588720" y="6305760"/>
              <a:ext cx="659880" cy="65304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14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51" name="CustomShape 33"/>
            <p:cNvSpPr/>
            <p:nvPr/>
          </p:nvSpPr>
          <p:spPr>
            <a:xfrm rot="8425200">
              <a:off x="5855400" y="6911640"/>
              <a:ext cx="659880" cy="653040"/>
            </a:xfrm>
            <a:prstGeom prst="ellipse">
              <a:avLst/>
            </a:prstGeom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15</a:t>
              </a:r>
              <a:endParaRPr b="0" lang="fr-FR" sz="1800" spc="-1" strike="noStrike">
                <a:latin typeface="Arial"/>
              </a:endParaRPr>
            </a:p>
          </p:txBody>
        </p:sp>
        <p:sp>
          <p:nvSpPr>
            <p:cNvPr id="152" name="CustomShape 34"/>
            <p:cNvSpPr/>
            <p:nvPr/>
          </p:nvSpPr>
          <p:spPr>
            <a:xfrm rot="8425200">
              <a:off x="5121360" y="7518600"/>
              <a:ext cx="660240" cy="652680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微软雅黑"/>
                </a:rPr>
                <a:t>16</a:t>
              </a:r>
              <a:endParaRPr b="0" lang="fr-FR" sz="1800" spc="-1" strike="noStrike">
                <a:latin typeface="Arial"/>
              </a:endParaRPr>
            </a:p>
          </p:txBody>
        </p:sp>
      </p:grpSp>
      <p:sp>
        <p:nvSpPr>
          <p:cNvPr id="153" name="CustomShape 35"/>
          <p:cNvSpPr/>
          <p:nvPr/>
        </p:nvSpPr>
        <p:spPr>
          <a:xfrm rot="8425200">
            <a:off x="10989000" y="2666520"/>
            <a:ext cx="660600" cy="652680"/>
          </a:xfrm>
          <a:prstGeom prst="ellipse">
            <a:avLst/>
          </a:prstGeom>
          <a:ln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Times New Roman"/>
                <a:ea typeface="微软雅黑"/>
              </a:rPr>
              <a:t>REF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54" name="CustomShape 36"/>
          <p:cNvSpPr/>
          <p:nvPr/>
        </p:nvSpPr>
        <p:spPr>
          <a:xfrm rot="8425200">
            <a:off x="9630000" y="1117800"/>
            <a:ext cx="660240" cy="653400"/>
          </a:xfrm>
          <a:prstGeom prst="ellipse">
            <a:avLst/>
          </a:prstGeom>
          <a:ln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Times New Roman"/>
                <a:ea typeface="微软雅黑"/>
              </a:rPr>
              <a:t>GND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55" name="CustomShape 37"/>
          <p:cNvSpPr/>
          <p:nvPr/>
        </p:nvSpPr>
        <p:spPr>
          <a:xfrm rot="8425200">
            <a:off x="4835520" y="6419520"/>
            <a:ext cx="659880" cy="653040"/>
          </a:xfrm>
          <a:prstGeom prst="ellipse">
            <a:avLst/>
          </a:prstGeom>
          <a:ln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Times New Roman"/>
                <a:ea typeface="微软雅黑"/>
              </a:rPr>
              <a:t>GND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56" name="CustomShape 38"/>
          <p:cNvSpPr/>
          <p:nvPr/>
        </p:nvSpPr>
        <p:spPr>
          <a:xfrm rot="8425200">
            <a:off x="3526920" y="4910040"/>
            <a:ext cx="660600" cy="653040"/>
          </a:xfrm>
          <a:prstGeom prst="ellipse">
            <a:avLst/>
          </a:prstGeom>
          <a:ln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Times New Roman"/>
                <a:ea typeface="微软雅黑"/>
              </a:rPr>
              <a:t>REF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57" name="CustomShape 39"/>
          <p:cNvSpPr/>
          <p:nvPr/>
        </p:nvSpPr>
        <p:spPr>
          <a:xfrm rot="8424600">
            <a:off x="3026160" y="1560600"/>
            <a:ext cx="6330240" cy="81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BUNDLE</a:t>
            </a:r>
            <a:endParaRPr b="0" lang="fr-F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LibreOffice/6.4.7.2$Linux_X86_64 LibreOffice_project/40$Build-2</Application>
  <Words>211</Words>
  <Paragraphs>232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2019-06-19T02:08:00Z</dcterms:created>
  <dc:creator/>
  <dc:description/>
  <dc:language>fr-FR</dc:language>
  <cp:lastModifiedBy>yves yves</cp:lastModifiedBy>
  <dcterms:modified xsi:type="dcterms:W3CDTF">2026-02-21T18:54:26Z</dcterms:modified>
  <cp:revision>170</cp:revision>
  <dc:subject/>
  <dc:title>空白演示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ICV">
    <vt:lpwstr>3A70DEACB3734B73A09FE2E13CDE771F_11</vt:lpwstr>
  </property>
  <property fmtid="{D5CDD505-2E9C-101B-9397-08002B2CF9AE}" pid="6" name="KSOProductBuildVer">
    <vt:lpwstr>2052-12.1.0.23125</vt:lpwstr>
  </property>
  <property fmtid="{D5CDD505-2E9C-101B-9397-08002B2CF9AE}" pid="7" name="LinksUpToDate">
    <vt:bool>0</vt:bool>
  </property>
  <property fmtid="{D5CDD505-2E9C-101B-9397-08002B2CF9AE}" pid="8" name="MMClips">
    <vt:i4>0</vt:i4>
  </property>
  <property fmtid="{D5CDD505-2E9C-101B-9397-08002B2CF9AE}" pid="9" name="Notes">
    <vt:i4>4</vt:i4>
  </property>
  <property fmtid="{D5CDD505-2E9C-101B-9397-08002B2CF9AE}" pid="10" name="PresentationFormat">
    <vt:lpwstr>宽屏</vt:lpwstr>
  </property>
  <property fmtid="{D5CDD505-2E9C-101B-9397-08002B2CF9AE}" pid="11" name="ScaleCrop">
    <vt:bool>0</vt:bool>
  </property>
  <property fmtid="{D5CDD505-2E9C-101B-9397-08002B2CF9AE}" pid="12" name="ShareDoc">
    <vt:bool>0</vt:bool>
  </property>
  <property fmtid="{D5CDD505-2E9C-101B-9397-08002B2CF9AE}" pid="13" name="Slides">
    <vt:i4>8</vt:i4>
  </property>
</Properties>
</file>